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9" r:id="rId6"/>
    <p:sldId id="260" r:id="rId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Generated synthetic dataset and successfully trained the 6-feature Logistic Regression model (96.55% accuracy).</a:t>
            </a:r>
          </a:p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Compiled the model into an FHE circuit, generating client.zip and server.zip artifacts.</a:t>
            </a:r>
          </a:p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Built the Client FHE Daemon running locally on port 5001 to handle encryption, decryption, and key gen.</a:t>
            </a:r>
          </a:p>
          <a:p>
            <a:pPr marL="93663" lvl="1"/>
            <a:r>
              <a:rPr lang="en-IN" sz="10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Deployed initial RiskLog.sol and PreTxGate.sol contracts on a local Hardhat node.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727217"/>
          </a:xfrm>
          <a:prstGeom prst="rect">
            <a:avLst/>
          </a:prstGeom>
        </p:spPr>
        <p:txBody>
          <a:bodyPr wrap="square" anchor="t"/>
          <a:lstStyle/>
          <a:p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Next Steps 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Fix macOS Intel compilation segmentation faults in the local environment.</a:t>
            </a:r>
          </a:p>
          <a:p>
            <a:pPr marL="269875" indent="-269875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Develop the Vite-React frontend dashboard and integrate it with the daemon, backend server, and Hardhat node via MetaMask.</a:t>
            </a:r>
          </a:p>
          <a:p>
            <a:pPr marL="269875" indent="-269875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Add dynamic smart contract scraping from Etherscan to replace the manually curated risk profiles.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Completed core FHE client daemon APIs (encrypt, decrypt, keys).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Successfully implemented Solidity contracts for on-chain risk logging and pre-transaction gating.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Functional prototype of FHE inference pipeline completed.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Faced compilation segmentation faults in Concrete ML on macOS Intel machines during circuit compilation.</a:t>
            </a:r>
          </a:p>
          <a:p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Spent time resolving library conflicts with z3-solver and concrete-python.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Challenges/ Issues faced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30-04-2026</a:t>
            </a: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Compute: Local machines running Linux/macOS. No GPU required for inference; CPU execution is optimized for TFHE bootstrapping. Status: Available.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Software Libraries: Concrete ML 1.5.0, NumPy, Pandas, scikit-learn, ethers.js v6. Status: Installed in virtual environment.</a:t>
            </a:r>
          </a:p>
          <a:p>
            <a:pPr marL="93663" lvl="1"/>
            <a:r>
              <a:rPr lang="en-IN" sz="11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Blockchain Testnet: Local Hardhat node running on port 8545 for testing smart contract logic. Status: Deployed.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271016"/>
          </a:xfrm>
          <a:prstGeom prst="rect">
            <a:avLst/>
          </a:prstGeom>
        </p:spPr>
        <p:txBody>
          <a:bodyPr wrap="square" anchor="t"/>
          <a:lstStyle/>
          <a:p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Any Anticipated Break (Due to exams </a:t>
            </a:r>
            <a:r>
              <a:rPr lang="en-IN" b="1" dirty="0" err="1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b="1" dirty="0" smtClean="0" sz="13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)</a:t>
            </a:r>
          </a:p>
          <a:p>
            <a:endParaRPr lang="en-IN" b="1" dirty="0" smtClean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69875" indent="-269875"/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No major university exams or breaks scheduled during this period. The team is dedicated full-time to FHE model compilation and contract development.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Resource Requirement Identified with Status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Data Sources: Static mock data of 8 popular DeFi protocols (Aave V3, GMX V2, Lido Finance, Morpho Blue, Euler V2, Kelp DAO, Cetus, Venus) created for testing the initial prototype.</a:t>
            </a:r>
          </a:p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Self-Collected Data: No.</a:t>
            </a:r>
          </a:p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Dataset Link: Synthetic training dataset of 10,000 samples stored locally under fhe/data/defi_profiles.csv for model retraining.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Data Collection Information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457200"/>
          <a:lstStyle/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Github Repository: https://github.com/Samsung-PRISM/WalletShield-FHE</a:t>
            </a:r>
          </a:p>
          <a:p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Registration Status: Active. Weekly progress status uploaded, code repository linked, and Milestone 1 deliverables submitted.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err="1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Github</a:t>
            </a:r>
            <a:r>
              <a:rPr lang="en-IN" b="1" dirty="0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Repository Link and PRISM Portal Registration Status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30-04-2026</a:t>
            </a: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18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Privacy-Preserving DeFi Risk Verification (WalletShield)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2194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30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11430000" cy="5029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Worklet ID: SRIB-PRISM-2025-FHE-04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College Name: SRM Institute of Science and Technology, Kattankulathur</a:t>
            </a:r>
          </a:p>
          <a:p>
            <a:pPr marL="228600" indent="-228600">
              <a:buNone/>
            </a:pPr>
            <a:r>
              <a:rPr lang="en-IN" sz="1000" dirty="0" smtClean="0">
                <a:latin typeface="SamsungOne 600C" panose="020B0706030303020204" pitchFamily="34" charset="0"/>
                <a:ea typeface="SamsungOne 600C" panose="020B0706030303020204" pitchFamily="34" charset="0"/>
                <a:solidFill>
                  <a:srgbClr val="FFFFFF"/>
                </a:solidFill>
              </a:rPr>
              <a:t>Students: Praful, Utkarsh, Dhanush, Karthikeya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marL="93663" lvl="1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Status &amp; Future Plan: Core FHE and smart contract implementation complete. Proceeding to frontend-backend integration.</a:t>
            </a:r>
          </a:p>
          <a:p>
            <a:pPr marL="93663" lvl="1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Literature Review: Studied on-chain compliance models. Added PreTxGate.sol to allow users to acknowledge risk levels before executing transactions.</a:t>
            </a:r>
          </a:p>
          <a:p>
            <a:pPr marL="93663" lvl="1"/>
            <a:r>
              <a:rPr lang="en-IN" sz="11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Expert Insights: Mentor suggested moving from a static list of 8 protocols to dynamic address resolution. This is the main gap we will address next.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" y="3246120"/>
            <a:ext cx="11612880" cy="576326"/>
          </a:xfrm>
          <a:prstGeom prst="rect">
            <a:avLst/>
          </a:prstGeom>
        </p:spPr>
        <p:txBody>
          <a:bodyPr wrap="square" anchor="t" tIns="36576"/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Professor Comments (To be filled in and presented by professor </a:t>
            </a:r>
            <a:r>
              <a:rPr lang="en-IN" b="1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(Either)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r>
              <a:rPr lang="en-IN" b="1" dirty="0" smtClean="0" sz="11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Good progress on core FHE operations. Advised focusing on making the frontend interactive and resolving compilation errors.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 sz="1300">
                <a:latin typeface="SamsungOne 600C" panose="020B0706030303020204" pitchFamily="34" charset="0"/>
                <a:ea typeface="SamsungOne 600C" panose="020B0706030303020204" pitchFamily="34" charset="0"/>
              </a:rPr>
              <a:t>Date: 30-04-2026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 sz="120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COMPUTATION RESOURCE Details: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11430000" cy="567944"/>
          </a:xfrm>
          <a:prstGeom prst="rect">
            <a:avLst/>
          </a:prstGeom>
        </p:spPr>
        <p:txBody>
          <a:bodyPr wrap="square" anchor="t" tIns="36576"/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Local CPU machines for FastAPI services and client daemon.</a:t>
            </a:r>
          </a:p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•  Local Hardhat node for blockchain operations.</a:t>
            </a: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180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Garima Rani/PRISM /SRI-Bangalore/Associate/Samsung Electronics</cp:lastModifiedBy>
  <cp:revision>56</cp:revision>
  <cp:lastPrinted>2019-06-27T12:08:24Z</cp:lastPrinted>
  <dcterms:created xsi:type="dcterms:W3CDTF">2019-04-12T08:37:01Z</dcterms:created>
  <dcterms:modified xsi:type="dcterms:W3CDTF">2025-02-07T05:33:10Z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