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8" r:id="rId5"/>
    <p:sldId id="259" r:id="rId6"/>
    <p:sldId id="260" r:id="rId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D9A8-5C8D-4431-A5F4-8C33E90860AB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313F1-1FB8-4F83-8BC6-DAB5B44D1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0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3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0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6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8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6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3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180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8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Privacy-Preserving DeFi Risk Verification (WalletShield)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219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30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114300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Worklet ID: SRIB-PRISM-2025-FHE-04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College Name: SRM Institute of Science and Technology, Kattankulathur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Students: Praful, Utkarsh, Dhanush, Karthikeya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Upgraded environment to Concrete ML 1.9.0 and fixed the macOS Intel compilation bugs.</a:t>
            </a:r>
          </a:p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Implemented a Vite-React frontend with Volt Green/Orange dark-mode UI.</a:t>
            </a:r>
          </a:p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Integrated MetaMask to connect wallets and sign transactions.</a:t>
            </a:r>
          </a:p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Added Dynamic Etherscan V2 contract scanning with automated LLM audits to compute code risk scores in real-time.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501648"/>
          </a:xfrm>
          <a:prstGeom prst="rect">
            <a:avLst/>
          </a:prstGeom>
        </p:spPr>
        <p:txBody>
          <a:bodyPr wrap="square" anchor="t"/>
          <a:lstStyle/>
          <a:p>
            <a:r>
              <a:rPr lang="en-IN" b="1" dirty="0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Next Steps </a:t>
            </a:r>
          </a:p>
          <a:p>
            <a:endParaRPr lang="en-IN" b="1" dirty="0" smtClean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Write and submit the formal academic paper to target venues like the Decentralized Finance (DeFi) Workshop at FC.</a:t>
            </a:r>
          </a:p>
          <a:p>
            <a:pPr marL="269875" indent="-269875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Run detailed benchmarking tests for latency and accuracy.</a:t>
            </a:r>
          </a:p>
          <a:p>
            <a:pPr marL="269875" indent="-269875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Final project submission and review.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22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KPIs achieved till now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Fully functional end-to-end privacy-preserving DeFi Risk Oracle completed.</a:t>
            </a:r>
          </a:p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Immutable audit logs (SHA-256 of FHE ciphertext) verified on-chain.</a:t>
            </a:r>
          </a:p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Technical Report and IP Suitability analysis completed.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3720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Key Achievements/ Outcome till now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Etherscan API rate limits during live scraping (resolved by introducing a local cache).</a:t>
            </a:r>
          </a:p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FHE evaluation latency (quantized model executes in under 2 seconds, which is viable for a PoC).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Challenges/ Issues faced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 sz="1300">
                <a:latin typeface="SamsungOne 600C" panose="020B0706030303020204" pitchFamily="34" charset="0"/>
                <a:ea typeface="SamsungOne 600C" panose="020B0706030303020204" pitchFamily="34" charset="0"/>
              </a:rPr>
              <a:t>Date: 23-06-2026</a:t>
            </a:r>
          </a:p>
        </p:txBody>
      </p:sp>
    </p:spTree>
    <p:extLst>
      <p:ext uri="{BB962C8B-B14F-4D97-AF65-F5344CB8AC3E}">
        <p14:creationId xmlns:p14="http://schemas.microsoft.com/office/powerpoint/2010/main" val="184443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8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Privacy-Preserving DeFi Risk Verification (WalletShield)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219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30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114300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Worklet ID: SRIB-PRISM-2025-FHE-04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College Name: SRM Institute of Science and Technology, Kattankulathur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Students: Praful, Utkarsh, Dhanush, Karthikeya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Compute: Optimized local services. Local environment upgraded to Concrete ML 1.9.0 to bypass compiler segment faults on macOS Intel. Status: Active.</a:t>
            </a:r>
          </a:p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Software: Vite React runtime, ethers.js BrowserProvider, MetaMask Wallet, FastAPI Backend. Status: Operational.</a:t>
            </a:r>
          </a:p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API Access: Etherscan V2 API endpoints for verified contract ABI and source code retrieval. Status: Fully active.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077218"/>
          </a:xfrm>
          <a:prstGeom prst="rect">
            <a:avLst/>
          </a:prstGeom>
        </p:spPr>
        <p:txBody>
          <a:bodyPr wrap="square" anchor="t"/>
          <a:lstStyle/>
          <a:p>
            <a:r>
              <a:rPr lang="en-IN" b="1" dirty="0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Anticipated Break (Due to exams </a:t>
            </a:r>
            <a:r>
              <a:rPr lang="en-IN" b="1" dirty="0" err="1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etc</a:t>
            </a:r>
            <a:r>
              <a:rPr lang="en-IN" b="1" dirty="0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)</a:t>
            </a:r>
          </a:p>
          <a:p>
            <a:endParaRPr lang="en-IN" b="1" dirty="0" smtClean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None. Project is ready for closure and final presentation.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411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Resource Requirement Identified with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Data Sources: Dynamic Etherscan V2 API client integrated.</a:t>
            </a:r>
          </a:p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Dataset Status: Analyzes arbitrary Solidity source code to detect proxy patterns, reentrancy vulnerabilities, and admin key centralization in real-time.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261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 Collection Information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Github Repository: https://github.com/Samsung-PRISM/WalletShield-FHE</a:t>
            </a:r>
          </a:p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Registration Status: Completed. All milestones checked off, code finalized, and technical report uploaded.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5658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Github</a:t>
            </a:r>
            <a:r>
              <a:rPr lang="en-IN" b="1" dirty="0" smtClean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Repository Link and PRISM Portal Registration Status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 sz="1300">
                <a:latin typeface="SamsungOne 600C" panose="020B0706030303020204" pitchFamily="34" charset="0"/>
                <a:ea typeface="SamsungOne 600C" panose="020B0706030303020204" pitchFamily="34" charset="0"/>
              </a:rPr>
              <a:t>Date: 23-06-2026</a:t>
            </a:r>
          </a:p>
        </p:txBody>
      </p:sp>
    </p:spTree>
    <p:extLst>
      <p:ext uri="{BB962C8B-B14F-4D97-AF65-F5344CB8AC3E}">
        <p14:creationId xmlns:p14="http://schemas.microsoft.com/office/powerpoint/2010/main" val="384078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8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Privacy-Preserving DeFi Risk Verification (WalletShield)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219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30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114300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Worklet ID: SRIB-PRISM-2025-FHE-04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College Name: SRM Institute of Science and Technology, Kattankulathur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Students: Praful, Utkarsh, Dhanush, Karthikeya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67261" y="2037123"/>
            <a:ext cx="11840507" cy="20161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marL="93663" lvl="1"/>
            <a:r>
              <a:rPr lang="en-IN" sz="10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Status &amp; Future Plan: Full end-to-end integration completed. Frontend UI, local FHE daemon, FastAPI backend, and local Hardhat contracts are fully integrated and tested.</a:t>
            </a:r>
          </a:p>
          <a:p>
            <a:pPr marL="93663" lvl="1"/>
            <a:r>
              <a:rPr lang="en-IN" sz="10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Literature Review: Studied research paper frameworks. Formulated our paper’s core research question around FHE-based blind ML risk verification gates for Web3 transaction privacy.</a:t>
            </a:r>
          </a:p>
          <a:p>
            <a:pPr marL="93663" lvl="1"/>
            <a:r>
              <a:rPr lang="en-IN" sz="10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Expert Insights: SRIB mentors reviewed the final demo and confirmed that the hybrid UI (with collapsible cryptographic logs) makes the FHE execution pipeline clear and easy to understand for final evaluators.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" y="3246120"/>
            <a:ext cx="11612880" cy="576326"/>
          </a:xfrm>
          <a:prstGeom prst="rect">
            <a:avLst/>
          </a:prstGeom>
        </p:spPr>
        <p:txBody>
          <a:bodyPr wrap="square" anchor="t" tIns="36576"/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Professor Comments (To be filled in and presented by professor </a:t>
            </a:r>
            <a:r>
              <a:rPr lang="en-IN" b="1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(Either)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r>
              <a:rPr lang="en-IN" b="1" dirty="0" smtClean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The project has met all milestone deliverables. Ready for final evaluation and paper submission.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 sz="1300">
                <a:latin typeface="SamsungOne 600C" panose="020B0706030303020204" pitchFamily="34" charset="0"/>
                <a:ea typeface="SamsungOne 600C" panose="020B0706030303020204" pitchFamily="34" charset="0"/>
              </a:rPr>
              <a:t>Date: 23-06-2026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260" y="4172422"/>
            <a:ext cx="11840507" cy="2263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6025" y="4286119"/>
            <a:ext cx="3229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COMPUTATION RESOURCE Details: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7966" y="4701617"/>
            <a:ext cx="11430000" cy="747776"/>
          </a:xfrm>
          <a:prstGeom prst="rect">
            <a:avLst/>
          </a:prstGeom>
        </p:spPr>
        <p:txBody>
          <a:bodyPr wrap="square" anchor="t" tIns="36576"/>
          <a:lstStyle/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Local CPU and Hardhat test network.</a:t>
            </a:r>
          </a:p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Final benchmarks completed: FHE key gen, encryption, server-side homomorphic inference, and local decryption execute in under 2 seconds.</a:t>
            </a:r>
          </a:p>
        </p:txBody>
      </p:sp>
    </p:spTree>
    <p:extLst>
      <p:ext uri="{BB962C8B-B14F-4D97-AF65-F5344CB8AC3E}">
        <p14:creationId xmlns:p14="http://schemas.microsoft.com/office/powerpoint/2010/main" val="401722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8D5616F9BF194488B07F0627BAB481" ma:contentTypeVersion="0" ma:contentTypeDescription="Create a new document." ma:contentTypeScope="" ma:versionID="a03a99aabb1e89e7b494f7f7c7c538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C52CD1-58C0-485B-9619-B9EBD43EE183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54A7D69-8D57-4DF2-9544-252FB4EB0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AA45360-03A4-4567-9FDE-03C8691D85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4762</TotalTime>
  <Words>180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SamsungOne 600C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Hashmi/Tech Mgmt /SRI-Bangalore/Professional/삼성전자</dc:creator>
  <cp:lastModifiedBy>Garima Rani/PRISM /SRI-Bangalore/Associate/Samsung Electronics</cp:lastModifiedBy>
  <cp:revision>56</cp:revision>
  <cp:lastPrinted>2019-06-27T12:08:24Z</cp:lastPrinted>
  <dcterms:created xsi:type="dcterms:W3CDTF">2019-04-12T08:37:01Z</dcterms:created>
  <dcterms:modified xsi:type="dcterms:W3CDTF">2025-02-07T05:33:10Z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0x010100168D5616F9BF194488B07F0627BAB481</vt:lpwstr>
  </property>
</Properties>
</file>